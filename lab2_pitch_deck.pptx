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Laboratory Work 2: The QA Skill Tester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the Ultimate Automated Validation System</a:t>
            </a:r>
          </a:p>
          <a:p>
            <a:r>
              <a:t>Lesson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Agent 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 agent systems grow, complexity exploits:</a:t>
            </a:r>
          </a:p>
          <a:p>
            <a:pPr lvl="1"/>
            <a:r>
              <a:t>Manual validation is too slow.</a:t>
            </a:r>
          </a:p>
          <a:p>
            <a:pPr lvl="1"/>
            <a:r>
              <a:t>Frontend regressions (broken links, overlays) go unnoticed.</a:t>
            </a:r>
          </a:p>
          <a:p>
            <a:pPr lvl="1"/>
            <a:r>
              <a:t>Lack of standardized traceability.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QA Meta-Skill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Skill that Tests Skills:</a:t>
            </a:r>
          </a:p>
          <a:p>
            <a:pPr lvl="1"/>
            <a:r>
              <a:t>1. Generates Plans (Test Architect / Gemini)</a:t>
            </a:r>
          </a:p>
          <a:p>
            <a:pPr lvl="1"/>
            <a:r>
              <a:t>2. Creates Checklists (XLSX Skill)</a:t>
            </a:r>
          </a:p>
          <a:p>
            <a:pPr lvl="1"/>
            <a:r>
              <a:t>3. Reports Bugs (DOCX Skill)</a:t>
            </a:r>
          </a:p>
          <a:p>
            <a:pPr lvl="1"/>
            <a:r>
              <a:t>4. Archives Evidence (Artifact Archival Code)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